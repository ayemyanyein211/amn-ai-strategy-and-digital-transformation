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8667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PRACTICAL MACHINE LEARNING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1438275"/>
            <a:ext cx="1158144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AI-Driven </a:t>
            </a:r>
            <a:r>
              <a:rPr b="1" i="0" lang="en-US" sz="6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Retention</a:t>
            </a:r>
            <a:r>
              <a:rPr b="1" i="0" lang="en-US" sz="63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Strategy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619375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Classification Model for Predicting Job Change Potential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28612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Prof.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Mihai Toma </a:t>
            </a:r>
            <a:r>
              <a:rPr lang="en-US" sz="15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, Prof.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Piotr Wójcik | Assessment Submission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6475" y="2628900"/>
            <a:ext cx="55245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Overview &amp; Dataset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819400"/>
            <a:ext cx="4933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Developing a robust classification system to identify employees willing to change jobs based on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job_change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dataset.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2924175"/>
            <a:ext cx="51806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 Features Analyzed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3333750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Gender, Age, Education Level, County Code, Relative Wage, Years of Experience, Company Size, and Certification Status.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3925" y="38671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867150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Training Sample: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12,427 observations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41529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152900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Test Sample: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3,308 observations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3925" y="443865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4438650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Optimize for Balanced Accuracy (Macro Avg)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293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Target Variable Distribution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6487"/>
            <a:ext cx="34861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76487"/>
            <a:ext cx="34861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376487"/>
            <a:ext cx="348615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7003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7003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Experimental Design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876300" y="33194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5-Fold CV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6300" y="3786187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Implemented Stratified Cross-Validation to ensure performance stability across the imbalanced dataset classes.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8200" y="33194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Tuning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48200" y="3786187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Exhaustive Hyperparameter optimization for Random Forest and XGBoost (Max Depth, Estimatotrs, Learning Rate).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0100" y="33194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Balancing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20100" y="3786187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Applied weight-scaling (scale_pos_weight=3) in the final model to penalize misclassified minority samples.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Benchmark Results: Model Comparison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4943475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Performance Metric: Mean Balanced Accuracy across 5-Folds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81025" y="1042987"/>
            <a:ext cx="5190648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Selected Model: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XGBoost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271938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Primary Selection Factors: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51101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Final Params: scale_pos_weight=3, n_estimators=250, learning_rate=0.05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23925" y="333851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62025" y="3338512"/>
            <a:ext cx="4562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Highest Balanced Accuracy during CV (0.7382).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23925" y="36242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62025" y="3624262"/>
            <a:ext cx="4562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Superior handling of non-linear interactions between variables like wage and company type.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23925" y="4195762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62025" y="4195762"/>
            <a:ext cx="4562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Built-in support for imbalanced datasets via weight parameters.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581025" y="2952750"/>
            <a:ext cx="493871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0.8524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81025" y="4476750"/>
            <a:ext cx="49387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 AUC Score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Overall Performance Summary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672262" y="4413037"/>
            <a:ext cx="5185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Key Takeaways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72262" y="4742834"/>
            <a:ext cx="49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Area Under the Curve (AUC) of 0.85 indicates excellent discriminative power, allowing for reliable threshold adjustments for specific HR priorities.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672199" y="5776962"/>
            <a:ext cx="493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Expected Accuracy: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~74% Macro Avg</a:t>
            </a:r>
            <a:endParaRPr/>
          </a:p>
        </p:txBody>
      </p:sp>
      <p:pic>
        <p:nvPicPr>
          <p:cNvPr id="169" name="Google Shape;169;p19" title="roc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250" y="1266888"/>
            <a:ext cx="4043092" cy="303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Predictive Drivers (Feature Importance)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81025" y="5819898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Wages relative to county averages remain the #1 predictor of attrition risk.</a:t>
            </a:r>
            <a:endParaRPr/>
          </a:p>
        </p:txBody>
      </p:sp>
      <p:pic>
        <p:nvPicPr>
          <p:cNvPr id="178" name="Google Shape;178;p20" title="feature_import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300" y="1295250"/>
            <a:ext cx="7687850" cy="449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Confusion Matrix: Prediction Analysis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7614473" y="4825459"/>
            <a:ext cx="364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Internal check on Training set validation. Final model prioritizes capturing as many 'Yes' cases as possible through specific weighting.</a:t>
            </a:r>
            <a:endParaRPr/>
          </a:p>
        </p:txBody>
      </p:sp>
      <p:pic>
        <p:nvPicPr>
          <p:cNvPr id="186" name="Google Shape;186;p21" title="confusion_matrix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75" y="1244975"/>
            <a:ext cx="6873372" cy="515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HR Strategic Action Summary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2" title="hr_strategy_tiers_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75" y="1285875"/>
            <a:ext cx="10114149" cy="50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581025" y="43719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1699021" y="3595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47625">
            <a:solidFill>
              <a:srgbClr val="05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566791" y="3595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47625">
            <a:solidFill>
              <a:srgbClr val="05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7434560" y="3595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47625">
            <a:solidFill>
              <a:srgbClr val="05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10302329" y="3595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47625">
            <a:solidFill>
              <a:srgbClr val="05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 &amp; Next Steps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20362" y="3976687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Serialized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81025" y="4386262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Saved as retention_model_xgb.pkl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3388131" y="3976687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Feature Pipeline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3448794" y="4386262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Saved as model_columns.pkl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6255900" y="3976687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Live Scoring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316563" y="4386262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prediction API ready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9123670" y="3976687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Final Report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9184332" y="4386262"/>
            <a:ext cx="24264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Performance validated &amp; submitted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1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81025" y="25812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XGBOOST DEPLOYED | 0.8524 AUC | CLASS BALANCED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305276" y="581025"/>
            <a:ext cx="115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81025" y="1666875"/>
            <a:ext cx="110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